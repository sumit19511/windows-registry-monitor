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C6F5A3-25C8-40CD-A7B3-145322927590}" v="4" dt="2026-03-15T20:50:57.7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it dahiya" userId="5b203870d6dab48f" providerId="LiveId" clId="{30A2996D-E4B7-4BAB-B68C-6FC87761220A}"/>
    <pc:docChg chg="undo custSel modSld">
      <pc:chgData name="sumit dahiya" userId="5b203870d6dab48f" providerId="LiveId" clId="{30A2996D-E4B7-4BAB-B68C-6FC87761220A}" dt="2026-03-16T17:44:32.171" v="58" actId="478"/>
      <pc:docMkLst>
        <pc:docMk/>
      </pc:docMkLst>
      <pc:sldChg chg="addSp delSp modSp mod">
        <pc:chgData name="sumit dahiya" userId="5b203870d6dab48f" providerId="LiveId" clId="{30A2996D-E4B7-4BAB-B68C-6FC87761220A}" dt="2026-03-16T17:44:32.171" v="58" actId="478"/>
        <pc:sldMkLst>
          <pc:docMk/>
          <pc:sldMk cId="0" sldId="258"/>
        </pc:sldMkLst>
        <pc:spChg chg="add mod">
          <ac:chgData name="sumit dahiya" userId="5b203870d6dab48f" providerId="LiveId" clId="{30A2996D-E4B7-4BAB-B68C-6FC87761220A}" dt="2026-03-15T20:50:56.420" v="49" actId="1076"/>
          <ac:spMkLst>
            <pc:docMk/>
            <pc:sldMk cId="0" sldId="258"/>
            <ac:spMk id="8" creationId="{99969C6E-6DE2-206C-C1FB-73ACB5533965}"/>
          </ac:spMkLst>
        </pc:spChg>
        <pc:spChg chg="del">
          <ac:chgData name="sumit dahiya" userId="5b203870d6dab48f" providerId="LiveId" clId="{30A2996D-E4B7-4BAB-B68C-6FC87761220A}" dt="2026-03-16T17:44:26.078" v="55" actId="478"/>
          <ac:spMkLst>
            <pc:docMk/>
            <pc:sldMk cId="0" sldId="258"/>
            <ac:spMk id="12" creationId="{00000000-0000-0000-0000-000000000000}"/>
          </ac:spMkLst>
        </pc:spChg>
        <pc:spChg chg="add mod">
          <ac:chgData name="sumit dahiya" userId="5b203870d6dab48f" providerId="LiveId" clId="{30A2996D-E4B7-4BAB-B68C-6FC87761220A}" dt="2026-03-15T20:51:07.157" v="51" actId="1076"/>
          <ac:spMkLst>
            <pc:docMk/>
            <pc:sldMk cId="0" sldId="258"/>
            <ac:spMk id="17" creationId="{A5035DE1-199A-F3E7-1C2B-ED5BE150E562}"/>
          </ac:spMkLst>
        </pc:spChg>
        <pc:spChg chg="del">
          <ac:chgData name="sumit dahiya" userId="5b203870d6dab48f" providerId="LiveId" clId="{30A2996D-E4B7-4BAB-B68C-6FC87761220A}" dt="2026-03-16T17:44:28.356" v="56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sumit dahiya" userId="5b203870d6dab48f" providerId="LiveId" clId="{30A2996D-E4B7-4BAB-B68C-6FC87761220A}" dt="2026-03-16T17:44:30.130" v="57" actId="478"/>
          <ac:spMkLst>
            <pc:docMk/>
            <pc:sldMk cId="0" sldId="258"/>
            <ac:spMk id="30" creationId="{00000000-0000-0000-0000-000000000000}"/>
          </ac:spMkLst>
        </pc:spChg>
        <pc:spChg chg="del">
          <ac:chgData name="sumit dahiya" userId="5b203870d6dab48f" providerId="LiveId" clId="{30A2996D-E4B7-4BAB-B68C-6FC87761220A}" dt="2026-03-16T17:44:32.171" v="58" actId="478"/>
          <ac:spMkLst>
            <pc:docMk/>
            <pc:sldMk cId="0" sldId="258"/>
            <ac:spMk id="37" creationId="{00000000-0000-0000-0000-000000000000}"/>
          </ac:spMkLst>
        </pc:spChg>
        <pc:spChg chg="del mod">
          <ac:chgData name="sumit dahiya" userId="5b203870d6dab48f" providerId="LiveId" clId="{30A2996D-E4B7-4BAB-B68C-6FC87761220A}" dt="2026-03-15T20:48:54.704" v="35" actId="478"/>
          <ac:spMkLst>
            <pc:docMk/>
            <pc:sldMk cId="0" sldId="258"/>
            <ac:spMk id="42" creationId="{00000000-0000-0000-0000-000000000000}"/>
          </ac:spMkLst>
        </pc:spChg>
        <pc:spChg chg="del mod">
          <ac:chgData name="sumit dahiya" userId="5b203870d6dab48f" providerId="LiveId" clId="{30A2996D-E4B7-4BAB-B68C-6FC87761220A}" dt="2026-03-15T20:49:01.032" v="37" actId="478"/>
          <ac:spMkLst>
            <pc:docMk/>
            <pc:sldMk cId="0" sldId="258"/>
            <ac:spMk id="43" creationId="{00000000-0000-0000-0000-000000000000}"/>
          </ac:spMkLst>
        </pc:spChg>
        <pc:spChg chg="del mod">
          <ac:chgData name="sumit dahiya" userId="5b203870d6dab48f" providerId="LiveId" clId="{30A2996D-E4B7-4BAB-B68C-6FC87761220A}" dt="2026-03-15T20:49:07.494" v="39" actId="478"/>
          <ac:spMkLst>
            <pc:docMk/>
            <pc:sldMk cId="0" sldId="258"/>
            <ac:spMk id="44" creationId="{00000000-0000-0000-0000-000000000000}"/>
          </ac:spMkLst>
        </pc:spChg>
        <pc:spChg chg="mod">
          <ac:chgData name="sumit dahiya" userId="5b203870d6dab48f" providerId="LiveId" clId="{30A2996D-E4B7-4BAB-B68C-6FC87761220A}" dt="2026-03-15T20:50:43.947" v="47" actId="14100"/>
          <ac:spMkLst>
            <pc:docMk/>
            <pc:sldMk cId="0" sldId="258"/>
            <ac:spMk id="45" creationId="{E38ECF15-823D-7BB4-FBF5-A42E2638B14B}"/>
          </ac:spMkLst>
        </pc:spChg>
        <pc:spChg chg="del mod">
          <ac:chgData name="sumit dahiya" userId="5b203870d6dab48f" providerId="LiveId" clId="{30A2996D-E4B7-4BAB-B68C-6FC87761220A}" dt="2026-03-15T20:50:25.722" v="45" actId="478"/>
          <ac:spMkLst>
            <pc:docMk/>
            <pc:sldMk cId="0" sldId="258"/>
            <ac:spMk id="46" creationId="{2A143FC7-C31B-3BC0-C5B9-3D04C81620C0}"/>
          </ac:spMkLst>
        </pc:spChg>
        <pc:spChg chg="del mod">
          <ac:chgData name="sumit dahiya" userId="5b203870d6dab48f" providerId="LiveId" clId="{30A2996D-E4B7-4BAB-B68C-6FC87761220A}" dt="2026-03-15T20:50:28.499" v="46" actId="478"/>
          <ac:spMkLst>
            <pc:docMk/>
            <pc:sldMk cId="0" sldId="258"/>
            <ac:spMk id="47" creationId="{D525EE41-AE6D-DBB6-CFAF-330DA1F237AB}"/>
          </ac:spMkLst>
        </pc:spChg>
      </pc:sldChg>
      <pc:sldChg chg="modSp mod">
        <pc:chgData name="sumit dahiya" userId="5b203870d6dab48f" providerId="LiveId" clId="{30A2996D-E4B7-4BAB-B68C-6FC87761220A}" dt="2026-03-15T20:45:10.227" v="29" actId="20577"/>
        <pc:sldMkLst>
          <pc:docMk/>
          <pc:sldMk cId="0" sldId="264"/>
        </pc:sldMkLst>
        <pc:spChg chg="mod">
          <ac:chgData name="sumit dahiya" userId="5b203870d6dab48f" providerId="LiveId" clId="{30A2996D-E4B7-4BAB-B68C-6FC87761220A}" dt="2026-03-15T20:45:10.227" v="29" actId="20577"/>
          <ac:spMkLst>
            <pc:docMk/>
            <pc:sldMk cId="0" sldId="264"/>
            <ac:spMk id="4" creationId="{00000000-0000-0000-0000-000000000000}"/>
          </ac:spMkLst>
        </pc:spChg>
      </pc:sldChg>
      <pc:sldChg chg="delSp mod">
        <pc:chgData name="sumit dahiya" userId="5b203870d6dab48f" providerId="LiveId" clId="{30A2996D-E4B7-4BAB-B68C-6FC87761220A}" dt="2026-03-15T20:56:05.371" v="54" actId="478"/>
        <pc:sldMkLst>
          <pc:docMk/>
          <pc:sldMk cId="0" sldId="267"/>
        </pc:sldMkLst>
        <pc:spChg chg="del">
          <ac:chgData name="sumit dahiya" userId="5b203870d6dab48f" providerId="LiveId" clId="{30A2996D-E4B7-4BAB-B68C-6FC87761220A}" dt="2026-03-15T20:55:54.886" v="52" actId="478"/>
          <ac:spMkLst>
            <pc:docMk/>
            <pc:sldMk cId="0" sldId="267"/>
            <ac:spMk id="10" creationId="{00000000-0000-0000-0000-000000000000}"/>
          </ac:spMkLst>
        </pc:spChg>
        <pc:spChg chg="del">
          <ac:chgData name="sumit dahiya" userId="5b203870d6dab48f" providerId="LiveId" clId="{30A2996D-E4B7-4BAB-B68C-6FC87761220A}" dt="2026-03-15T20:56:00.300" v="53" actId="478"/>
          <ac:spMkLst>
            <pc:docMk/>
            <pc:sldMk cId="0" sldId="267"/>
            <ac:spMk id="17" creationId="{00000000-0000-0000-0000-000000000000}"/>
          </ac:spMkLst>
        </pc:spChg>
        <pc:spChg chg="del">
          <ac:chgData name="sumit dahiya" userId="5b203870d6dab48f" providerId="LiveId" clId="{30A2996D-E4B7-4BAB-B68C-6FC87761220A}" dt="2026-03-15T20:56:05.371" v="54" actId="478"/>
          <ac:spMkLst>
            <pc:docMk/>
            <pc:sldMk cId="0" sldId="267"/>
            <ac:spMk id="24" creationId="{00000000-0000-0000-0000-000000000000}"/>
          </ac:spMkLst>
        </pc:spChg>
      </pc:sldChg>
      <pc:sldChg chg="modSp mod">
        <pc:chgData name="sumit dahiya" userId="5b203870d6dab48f" providerId="LiveId" clId="{30A2996D-E4B7-4BAB-B68C-6FC87761220A}" dt="2026-03-15T20:43:23.350" v="5" actId="20577"/>
        <pc:sldMkLst>
          <pc:docMk/>
          <pc:sldMk cId="0" sldId="269"/>
        </pc:sldMkLst>
        <pc:spChg chg="mod">
          <ac:chgData name="sumit dahiya" userId="5b203870d6dab48f" providerId="LiveId" clId="{30A2996D-E4B7-4BAB-B68C-6FC87761220A}" dt="2026-03-15T20:43:23.350" v="5" actId="20577"/>
          <ac:spMkLst>
            <pc:docMk/>
            <pc:sldMk cId="0" sldId="269"/>
            <ac:spMk id="3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5697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5.png"/><Relationship Id="rId5" Type="http://schemas.openxmlformats.org/officeDocument/2006/relationships/image" Target="../media/image14.png"/><Relationship Id="rId10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9728" y="1005840"/>
            <a:ext cx="5943600" cy="25603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9728" y="1005840"/>
            <a:ext cx="59436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Registry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Monitoring System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260604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&amp; Final Presentation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" y="3529584"/>
            <a:ext cx="594360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36393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20240" y="36393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Dahiya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38953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20240" y="38953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CDFE — Certified Digital Forensics Examiner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41513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240" y="41513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Mentor — Cybersecurity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44074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20240" y="44074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registrymonitor.py  (Python 3.13.2)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46634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46634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731520"/>
            <a:ext cx="2743200" cy="3657600"/>
          </a:xfrm>
          <a:prstGeom prst="rect">
            <a:avLst/>
          </a:prstGeom>
          <a:solidFill>
            <a:srgbClr val="16253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371600"/>
            <a:ext cx="1645920" cy="16459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309360" y="3108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Forensics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Tool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09360" y="3749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 | DFIR | MITRE ATT&amp;CK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Project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Dahiya | CDFE Internship | Unified Mentor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Does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1430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Python-based Windows Registry monitoring tool built from scratch for the Unified Mentor cybersecurity internship. It detects unauthorized or suspicious registry changes in real time — exactly what a DFIR analyst does when investigating a compromised Windows machine.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Registry?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542032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persistence via Run/RunOnce autorun keys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configuration changes before encryption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— disabling UAC silently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 tampering — Defender &amp; Firewall disabled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cleanup — deleting registry artifacts (T1070)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77840" y="777240"/>
            <a:ext cx="1600200" cy="1645920"/>
          </a:xfrm>
          <a:prstGeom prst="rect">
            <a:avLst/>
          </a:prstGeom>
          <a:solidFill>
            <a:srgbClr val="1A2F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86868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669280" y="1371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69280" y="166420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registry key groups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polled every 15 sec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0" y="777240"/>
            <a:ext cx="1600200" cy="1645920"/>
          </a:xfrm>
          <a:prstGeom prst="rect">
            <a:avLst/>
          </a:prstGeom>
          <a:solidFill>
            <a:srgbClr val="1A2F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86868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06640" y="1371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406640" y="166420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/ MODIFIED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DELETED changes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577840" y="2697480"/>
            <a:ext cx="1600200" cy="1645920"/>
          </a:xfrm>
          <a:prstGeom prst="rect">
            <a:avLst/>
          </a:prstGeom>
          <a:solidFill>
            <a:srgbClr val="1A2F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278892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669280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669280" y="358444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engine: LOW →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→ HIGH → CRITICAL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7315200" y="2697480"/>
            <a:ext cx="1600200" cy="1645920"/>
          </a:xfrm>
          <a:prstGeom prst="rect">
            <a:avLst/>
          </a:prstGeom>
          <a:solidFill>
            <a:srgbClr val="1A2F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28" y="27889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06640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406640" y="358444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forensic report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MITRE ATT&amp;CK tags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System Architecture — 4-Layer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Dahiya | CDFE Internship | Unified Mentor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59152" y="1773936"/>
            <a:ext cx="0" cy="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777240"/>
            <a:ext cx="1828800" cy="3291840"/>
          </a:xfrm>
          <a:prstGeom prst="rect">
            <a:avLst/>
          </a:prstGeom>
          <a:solidFill>
            <a:srgbClr val="1A2F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777240"/>
            <a:ext cx="18288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0120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6304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6576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Layer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" y="251460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Task Scheduler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Auto-start at boot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07992" y="1773936"/>
            <a:ext cx="0" cy="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2423160" y="777240"/>
            <a:ext cx="1828800" cy="3291840"/>
          </a:xfrm>
          <a:prstGeom prst="rect">
            <a:avLst/>
          </a:prstGeom>
          <a:solidFill>
            <a:srgbClr val="1A2F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2423160" y="777240"/>
            <a:ext cx="1828800" cy="5486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108960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463040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51460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Engine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2514600" y="251460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registrymonitor.py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· winreg · 5 modes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656832" y="1773936"/>
            <a:ext cx="0" cy="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4"/>
          <p:cNvSpPr/>
          <p:nvPr/>
        </p:nvSpPr>
        <p:spPr>
          <a:xfrm>
            <a:off x="4572000" y="777240"/>
            <a:ext cx="1828800" cy="3291840"/>
          </a:xfrm>
          <a:prstGeom prst="rect">
            <a:avLst/>
          </a:prstGeom>
          <a:solidFill>
            <a:srgbClr val="1A2F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4572000" y="777240"/>
            <a:ext cx="182880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5257800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463040"/>
            <a:ext cx="457200" cy="4572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66344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Interaction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4663440" y="251460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Key Groups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HKCU/HKLM Run, Defender,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Firewall, UAC, Winlogon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6720840" y="777240"/>
            <a:ext cx="1828800" cy="3291840"/>
          </a:xfrm>
          <a:prstGeom prst="rect">
            <a:avLst/>
          </a:prstGeom>
          <a:solidFill>
            <a:srgbClr val="1A2F45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1"/>
          <p:cNvSpPr/>
          <p:nvPr/>
        </p:nvSpPr>
        <p:spPr>
          <a:xfrm>
            <a:off x="6720840" y="777240"/>
            <a:ext cx="182880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/>
          <p:nvPr/>
        </p:nvSpPr>
        <p:spPr>
          <a:xfrm>
            <a:off x="7406640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1463040"/>
            <a:ext cx="457200" cy="45720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81228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6812280" y="251460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baseline.json · changes.log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report.txt · clean_backup.json</a:t>
            </a:r>
            <a:endParaRPr lang="en-US" sz="950" dirty="0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E38ECF15-823D-7BB4-FBF5-A42E2638B14B}"/>
              </a:ext>
            </a:extLst>
          </p:cNvPr>
          <p:cNvSpPr/>
          <p:nvPr/>
        </p:nvSpPr>
        <p:spPr>
          <a:xfrm>
            <a:off x="2080260" y="2235200"/>
            <a:ext cx="342900" cy="1016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9969C6E-6DE2-206C-C1FB-73ACB5533965}"/>
              </a:ext>
            </a:extLst>
          </p:cNvPr>
          <p:cNvSpPr/>
          <p:nvPr/>
        </p:nvSpPr>
        <p:spPr>
          <a:xfrm>
            <a:off x="4229100" y="2235200"/>
            <a:ext cx="342900" cy="1016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5035DE1-199A-F3E7-1C2B-ED5BE150E562}"/>
              </a:ext>
            </a:extLst>
          </p:cNvPr>
          <p:cNvSpPr/>
          <p:nvPr/>
        </p:nvSpPr>
        <p:spPr>
          <a:xfrm>
            <a:off x="6400800" y="2235200"/>
            <a:ext cx="342900" cy="1016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Tool Operating Modes (5 Modes)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Dahiya | CDFE Internship | Unified Mentor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2743200" cy="1828800"/>
          </a:xfrm>
          <a:prstGeom prst="rect">
            <a:avLst/>
          </a:prstGeom>
          <a:solidFill>
            <a:srgbClr val="1A2F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804672"/>
            <a:ext cx="45720" cy="18288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91440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8952" y="8961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--baseline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0040" y="1335024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trusted snapshot of all 10 key groups. Saves baseline.json + clean backup with SHA-256 hash.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154680" y="804672"/>
            <a:ext cx="2743200" cy="1828800"/>
          </a:xfrm>
          <a:prstGeom prst="rect">
            <a:avLst/>
          </a:prstGeom>
          <a:solidFill>
            <a:srgbClr val="1A2F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154680" y="804672"/>
            <a:ext cx="45720" cy="1828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91440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85032" y="8961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--check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246120" y="1335024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integrity verify — recomputes hash, compares to saved. Returns PASSED or FAILED in seconds.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80760" y="804672"/>
            <a:ext cx="2743200" cy="1828800"/>
          </a:xfrm>
          <a:prstGeom prst="rect">
            <a:avLst/>
          </a:prstGeom>
          <a:solidFill>
            <a:srgbClr val="1A2F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6080760" y="804672"/>
            <a:ext cx="45720" cy="18288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91440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11112" y="8961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--scan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72200" y="1335024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forensic scan. Detects ADDED / MODIFIED / DELETED, runs malware pattern analysis, scores risk, generates report.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228600" y="2862072"/>
            <a:ext cx="2743200" cy="1828800"/>
          </a:xfrm>
          <a:prstGeom prst="rect">
            <a:avLst/>
          </a:prstGeom>
          <a:solidFill>
            <a:srgbClr val="1A2F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228600" y="2862072"/>
            <a:ext cx="45720" cy="18288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2971800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8952" y="29535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--monitor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320040" y="3392424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real-time loop — polls every 15 sec until Ctrl+C. Full report on exit.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154680" y="2862072"/>
            <a:ext cx="2743200" cy="1828800"/>
          </a:xfrm>
          <a:prstGeom prst="rect">
            <a:avLst/>
          </a:prstGeom>
          <a:solidFill>
            <a:srgbClr val="1A2F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3154680" y="2862072"/>
            <a:ext cx="45720" cy="1828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4408" y="2971800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685032" y="29535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--reset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3246120" y="3392424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original clean baseline from backup. Discard all accumulated rolling changes.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 Cases — 6 Controlled Detections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Dahiya | CDFE Internship | Unified Mentor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test cases ran on a live Windows machine. Each used a different attack simulation method, then verified detection with --scan. All tests executed on a Windows 10 system using controlled attack simulation.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70432"/>
            <a:ext cx="2743200" cy="1691640"/>
          </a:xfrm>
          <a:prstGeom prst="rect">
            <a:avLst/>
          </a:prstGeom>
          <a:solidFill>
            <a:srgbClr val="1A2F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28600" y="1170432"/>
            <a:ext cx="45720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" y="1261872"/>
            <a:ext cx="45720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2618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0392" y="1261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Entry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170078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MITRE: T1547.001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011680"/>
            <a:ext cx="1371600" cy="384048"/>
          </a:xfrm>
          <a:prstGeom prst="rect">
            <a:avLst/>
          </a:prstGeom>
          <a:solidFill>
            <a:srgbClr val="F39C12"/>
          </a:solidFill>
          <a:ln/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2011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Score: 40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46888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Successfully detected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36392" y="1170432"/>
            <a:ext cx="2743200" cy="1691640"/>
          </a:xfrm>
          <a:prstGeom prst="rect">
            <a:avLst/>
          </a:prstGeom>
          <a:solidFill>
            <a:srgbClr val="1A2F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136392" y="1170432"/>
            <a:ext cx="45720" cy="1691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27832" y="1261872"/>
            <a:ext cx="4572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27832" y="12618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58184" y="1261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+ Suspicious Path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27832" y="170078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MITRE: T1547.001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27832" y="2011680"/>
            <a:ext cx="1371600" cy="384048"/>
          </a:xfrm>
          <a:prstGeom prst="rect">
            <a:avLst/>
          </a:prstGeom>
          <a:solidFill>
            <a:srgbClr val="E67E22"/>
          </a:solidFill>
          <a:ln/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27832" y="2011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Score: 65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27832" y="246888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Successfully detected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44184" y="1170432"/>
            <a:ext cx="2743200" cy="1691640"/>
          </a:xfrm>
          <a:prstGeom prst="rect">
            <a:avLst/>
          </a:prstGeom>
          <a:solidFill>
            <a:srgbClr val="1A2F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044184" y="1170432"/>
            <a:ext cx="45720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135624" y="1261872"/>
            <a:ext cx="45720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135624" y="12618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65976" y="1261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Entry (Cleanup)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35624" y="170078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MITRE: T1070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35624" y="2011680"/>
            <a:ext cx="1371600" cy="384048"/>
          </a:xfrm>
          <a:prstGeom prst="rect">
            <a:avLst/>
          </a:prstGeom>
          <a:solidFill>
            <a:srgbClr val="F39C12"/>
          </a:solidFill>
          <a:ln/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135624" y="2011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Score: 30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35624" y="246888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Successfully detected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044952"/>
            <a:ext cx="2743200" cy="1691640"/>
          </a:xfrm>
          <a:prstGeom prst="rect">
            <a:avLst/>
          </a:prstGeom>
          <a:solidFill>
            <a:srgbClr val="1A2F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28600" y="3044952"/>
            <a:ext cx="45720" cy="1691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20040" y="3136392"/>
            <a:ext cx="4572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1363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0392" y="3136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Disabled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0040" y="357530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MITRE: T1548.002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3886200"/>
            <a:ext cx="1371600" cy="384048"/>
          </a:xfrm>
          <a:prstGeom prst="rect">
            <a:avLst/>
          </a:prstGeom>
          <a:solidFill>
            <a:srgbClr val="E67E22"/>
          </a:solidFill>
          <a:ln/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0040" y="3886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Score: 60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0040" y="434340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Successfully detected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136392" y="3044952"/>
            <a:ext cx="2743200" cy="1691640"/>
          </a:xfrm>
          <a:prstGeom prst="rect">
            <a:avLst/>
          </a:prstGeom>
          <a:solidFill>
            <a:srgbClr val="1A2F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3136392" y="3044952"/>
            <a:ext cx="45720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3227832" y="3136392"/>
            <a:ext cx="4572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227832" y="31363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758184" y="3136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Disabled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227832" y="357530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MITRE: T1562.004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27832" y="3886200"/>
            <a:ext cx="1371600" cy="384048"/>
          </a:xfrm>
          <a:prstGeom prst="rect">
            <a:avLst/>
          </a:prstGeom>
          <a:solidFill>
            <a:srgbClr val="C0392B"/>
          </a:solidFill>
          <a:ln/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27832" y="3886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Score: 80+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227832" y="434340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Successfully detected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44184" y="3044952"/>
            <a:ext cx="2743200" cy="1691640"/>
          </a:xfrm>
          <a:prstGeom prst="rect">
            <a:avLst/>
          </a:prstGeom>
          <a:solidFill>
            <a:srgbClr val="1A2F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044184" y="3044952"/>
            <a:ext cx="45720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6135624" y="3136392"/>
            <a:ext cx="4572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135624" y="31363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TC6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665976" y="3136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Disabled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135624" y="357530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MITRE: T1562.001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135624" y="3886200"/>
            <a:ext cx="1371600" cy="384048"/>
          </a:xfrm>
          <a:prstGeom prst="rect">
            <a:avLst/>
          </a:prstGeom>
          <a:solidFill>
            <a:srgbClr val="C0392B"/>
          </a:solidFill>
          <a:ln/>
          <a:effectLst>
            <a:outerShdw blurRad="50800" dist="127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135624" y="3886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Score: 80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135624" y="434340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Successfully detected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TC1 &amp; TC2 — Autorun Persistence (T1547.001)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Dahiya | CDFE Internship | Unified Mentor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51960" cy="39776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777240"/>
            <a:ext cx="425196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 — ADDED Entry (MEDIUM)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234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54480" y="1234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WindowsUpdaterDemo = C:\DummyTest.exe to HKLM Run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1737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54480" y="1737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[HIGH] [System Persistence]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240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54480" y="2240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— MEDIUM RISK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2743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54480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ADDED | Autorun Entries: 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554480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Set-ItemProperty (Admin)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41330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Detected with MEDIUM RISK alert. Forensic report saved.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4251960" cy="39776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63440" y="777240"/>
            <a:ext cx="425196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5488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TC2 — MODIFIED + Suspicious Path (HIGH)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1234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89320" y="1234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value to C:\temp\malware.exe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1737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89320" y="1737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[HIGH] [System Persistence]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Suspicious Path bonus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2240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89320" y="2240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— HIGH RISK (+40 HKLM + +25 Temp path)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2743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89320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MODIFIED | Autorun Entries: 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0" y="3246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89320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Set-ItemProperty (Admin)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41330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Detected with HIGH RISK alert. Suspicious path scorer triggered.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TC3 &amp; TC4 — Cleanup Detection &amp; UAC Bypass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Dahiya | CDFE Internship | Unified Mentor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51960" cy="39776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777240"/>
            <a:ext cx="425196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TC3 — DELETED Entry / T1070 (MEDIUM)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234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54480" y="1234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WindowsUpdaterDemo from HKLM Run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(simulates attacker removing evidence)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1737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54480" y="1737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[MEDIUM] [Indicator Removal]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240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54480" y="2240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— MEDIUM RISK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2743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54480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DELETED | Autorun Entries reduced to 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554480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value C:\temp\malware.exe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in audit log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41330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Deletion detected. Old value preserved in registry_changes.log.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4251960" cy="39776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63440" y="777240"/>
            <a:ext cx="425196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5488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TC4 — UAC Disabled / T1548.002 (HIGH)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1234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89320" y="12344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ConsentPromptBehaviorAdmin from 5 →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(disables UAC prompt silently)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1737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89320" y="17373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[HIGH] [Security Bypass]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2240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89320" y="2240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— HIGH RISK (+60 pts Privilege Escalation)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27432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89320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MODIFIED | Old: 5 → New: 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0" y="3246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89320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manually tuned to 60 pts after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scoring bug during development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41330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HIGH RISK alert. Key forensic finding: UAC bypass leaves registry trace.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TC5 &amp; TC6 — Defense Evasion CRITICAL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Dahiya | CDFE Internship | Unified Mentor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49808"/>
            <a:ext cx="86868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6809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tests reached CRITICAL Risk (80+ points) — highest severity tier in the scoring engine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28600" y="1097280"/>
            <a:ext cx="4251960" cy="36576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28600" y="1097280"/>
            <a:ext cx="425196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20040" y="1143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TC5 — Firewall Disabled / T1562.004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040" y="157276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554480" y="157276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Set-NetFirewallProfile -Enabled False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profiles: Domain, Public, Private)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20040" y="219456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554480" y="219456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[CRITICAL] [Defense Evasion]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DISABLED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20040" y="281635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554480" y="281635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CRITICAL — +80 pts Defense Evasion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20040" y="343814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554480" y="343814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Standard Network Firewall has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been DISABLED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20040" y="4434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CRITICAL alert + Windows Security notification observed live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63440" y="1097280"/>
            <a:ext cx="4251960" cy="36576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4663440" y="1097280"/>
            <a:ext cx="425196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754880" y="1143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TC6 — Defender Disabled / T1562.001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54880" y="157276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989320" y="157276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New-ItemProperty: DisableAntiVirus =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(DWORD) added to Defender policy key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754880" y="219456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989320" y="219456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[CRITICAL] [Defense Evasion]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DisableAntiVirus detected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754880" y="281635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89320" y="281635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CRITICAL — +80 pts Security Tool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754880" y="343814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989320" y="343814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Remove-ItemProperty confirmed removal.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scan: DELETED [LOW] Score: 5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754880" y="4434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CRITICAL on injection. LOW after removal — baseline restored.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MITRE ATT&amp;CK Techniques Detected by the Monitoring Tool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Dahiya | CDFE Internship | Unified Mentor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49808"/>
            <a:ext cx="8686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749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7498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749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57800" y="7498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Method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0" y="7498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207008"/>
            <a:ext cx="8686800" cy="621792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8600" y="1207008"/>
            <a:ext cx="54864" cy="62179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1207008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T1547.001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08760" y="120700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Boot/Logon Autostart Execution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0" y="120700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57800" y="120700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HKCU/HKLM Run key monitoring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63840" y="120700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TC1, TC2, TC3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1874520"/>
            <a:ext cx="8686800" cy="62179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28600" y="1874520"/>
            <a:ext cx="54864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1874520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T1562.001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08760" y="187452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or Modify Tools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0" y="18745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Evasion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57800" y="18745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policy key monitoring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863840" y="1874520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TC6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2542032"/>
            <a:ext cx="8686800" cy="621792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28600" y="2542032"/>
            <a:ext cx="54864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0040" y="2542032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T1562.004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08760" y="254203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Disable/Modify System Firewall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40480" y="254203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Evasion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57800" y="254203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registry key monitoring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863840" y="2542032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TC5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3209544"/>
            <a:ext cx="8686800" cy="62179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28600" y="3209544"/>
            <a:ext cx="54864" cy="6217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20040" y="3209544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T1548.002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508760" y="320954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User Account Control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840480" y="320954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Priv. Escalation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57800" y="320954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PolicySettings key monitoring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863840" y="3209544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28600" y="3877056"/>
            <a:ext cx="8686800" cy="621792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228600" y="3877056"/>
            <a:ext cx="54864" cy="6217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20040" y="3877056"/>
            <a:ext cx="1143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T1070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508760" y="387705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Removal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840480" y="387705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Evasion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257800" y="387705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change type detection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863840" y="3877056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TC3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Risk Scoring Engine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Dahiya | CDFE Internship | Unified Mentor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49808"/>
            <a:ext cx="2011680" cy="2286000"/>
          </a:xfrm>
          <a:prstGeom prst="rect">
            <a:avLst/>
          </a:prstGeom>
          <a:solidFill>
            <a:srgbClr val="1A2F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201168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28600" y="8412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8600" y="1353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29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17647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registry changes,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immediate threat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04872" y="749808"/>
            <a:ext cx="2011680" cy="2286000"/>
          </a:xfrm>
          <a:prstGeom prst="rect">
            <a:avLst/>
          </a:prstGeom>
          <a:solidFill>
            <a:srgbClr val="1A2F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404872" y="749808"/>
            <a:ext cx="201168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404872" y="8412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04872" y="1353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59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96312" y="17647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Autorun entries added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deleted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81144" y="749808"/>
            <a:ext cx="2011680" cy="2286000"/>
          </a:xfrm>
          <a:prstGeom prst="rect">
            <a:avLst/>
          </a:prstGeom>
          <a:solidFill>
            <a:srgbClr val="1A2F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81144" y="749808"/>
            <a:ext cx="201168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81144" y="8412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81144" y="1353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– 79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72584" y="17647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bypass, suspicious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path, HKLM modifications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57416" y="749808"/>
            <a:ext cx="2011680" cy="2286000"/>
          </a:xfrm>
          <a:prstGeom prst="rect">
            <a:avLst/>
          </a:prstGeom>
          <a:solidFill>
            <a:srgbClr val="1A2F45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757416" y="749808"/>
            <a:ext cx="20116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757416" y="8412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57416" y="1353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48856" y="176479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Evasion —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or Defender disabled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3154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Model for Registry Threat Detection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3547872"/>
            <a:ext cx="8686800" cy="237744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0040" y="354787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HKLM Run ADDED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0" y="35478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 pts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06640" y="35478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" y="3803904"/>
            <a:ext cx="8686800" cy="237744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20040" y="380390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HKLM Run MODIFIED (+ suspicious path)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69280" y="38039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 + 25 pts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06640" y="38039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4059936"/>
            <a:ext cx="8686800" cy="237744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20040" y="405993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HKLM Run DELETED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669280" y="40599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pts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406640" y="40599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28600" y="4315968"/>
            <a:ext cx="8686800" cy="237744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431596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Policy MODIFIED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69280" y="43159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 pts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406640" y="4315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" y="4572000"/>
            <a:ext cx="8686800" cy="237744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457200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/ Defender disabled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69280" y="45720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 pts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406640" y="45720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Output Files &amp; Forensic Report Structure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Dahiya | CDFE Internship | Unified Mentor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8686800" cy="914400"/>
          </a:xfrm>
          <a:prstGeom prst="rect">
            <a:avLst/>
          </a:prstGeom>
          <a:solidFill>
            <a:srgbClr val="1A2F45"/>
          </a:solidFill>
          <a:ln/>
          <a:effectLst>
            <a:outerShdw blurRad="635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777240"/>
            <a:ext cx="54864" cy="9144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058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registry_baseline.json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96112" y="12161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baseline snapshot with SHA-256 hash and timestamp. Updated after each scan to enable MODIFIED detection.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28600" y="1801368"/>
            <a:ext cx="8686800" cy="914400"/>
          </a:xfrm>
          <a:prstGeom prst="rect">
            <a:avLst/>
          </a:prstGeom>
          <a:solidFill>
            <a:srgbClr val="1A2F45"/>
          </a:solidFill>
          <a:ln/>
          <a:effectLst>
            <a:outerShdw blurRad="635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28600" y="1801368"/>
            <a:ext cx="54864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029968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96112" y="18928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registry_baseline_clean.json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96112" y="2240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clean backup captured at --baseline time. Never overwritten. Used by --reset to restore trusted state.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28600" y="2825496"/>
            <a:ext cx="8686800" cy="914400"/>
          </a:xfrm>
          <a:prstGeom prst="rect">
            <a:avLst/>
          </a:prstGeom>
          <a:solidFill>
            <a:srgbClr val="1A2F45"/>
          </a:solidFill>
          <a:ln/>
          <a:effectLst>
            <a:outerShdw blurRad="635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228600" y="2825496"/>
            <a:ext cx="54864" cy="9144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054096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6112" y="291693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registry_changes.log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96112" y="32644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audit log of all detected changes with timestamps, key paths, old values, and new values. Persists across all sessions.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228600" y="3849624"/>
            <a:ext cx="8686800" cy="914400"/>
          </a:xfrm>
          <a:prstGeom prst="rect">
            <a:avLst/>
          </a:prstGeom>
          <a:solidFill>
            <a:srgbClr val="1A2F45"/>
          </a:solidFill>
          <a:ln/>
          <a:effectLst>
            <a:outerShdw blurRad="635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228600" y="3849624"/>
            <a:ext cx="54864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4078224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6112" y="394106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registry_report.txt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896112" y="4288536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forensic report: Risk Assessment · Malware Alerts · Change Event Log · Threat Classification · Autorun Entries · Summary.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Challenges Faced &amp; How They Were Solved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Dahiya | CDFE Internship | Unified Mentor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8686800" cy="1280160"/>
          </a:xfrm>
          <a:prstGeom prst="rect">
            <a:avLst/>
          </a:prstGeom>
          <a:solidFill>
            <a:srgbClr val="1A2F45"/>
          </a:solidFill>
          <a:ln/>
          <a:effectLst>
            <a:outerShdw blurRad="635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777240"/>
            <a:ext cx="54864" cy="12801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7472" y="886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8503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Denied in VS Code Terminal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2344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reg add commands failed with Access Denied errors in the VS Code terminal.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16002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Learned that HKLM writes require Administrator elevation. VS Code opens as regular user by default. Fix: used separate PowerShell window as Admin for all registry modifications.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67128"/>
            <a:ext cx="8686800" cy="1280160"/>
          </a:xfrm>
          <a:prstGeom prst="rect">
            <a:avLst/>
          </a:prstGeom>
          <a:solidFill>
            <a:srgbClr val="1A2F45"/>
          </a:solidFill>
          <a:ln/>
          <a:effectLst>
            <a:outerShdw blurRad="635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28600" y="2167128"/>
            <a:ext cx="54864" cy="12801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7472" y="2276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2402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Risk Score Too Low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6243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Disabling UAC initially produced a lower-than-expected risk score, not HIGH.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60120" y="299008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Traced through the scoring code and found UAC was under-weighted. Updated ConsentPromptBehaviorAdmin weight to 60 pts. Added CRITICAL tier (80+) for Defense Evasion changes.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3557016"/>
            <a:ext cx="8686800" cy="1280160"/>
          </a:xfrm>
          <a:prstGeom prst="rect">
            <a:avLst/>
          </a:prstGeom>
          <a:solidFill>
            <a:srgbClr val="1A2F45"/>
          </a:solidFill>
          <a:ln/>
          <a:effectLst>
            <a:outerShdw blurRad="635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28600" y="3557016"/>
            <a:ext cx="54864" cy="12801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7472" y="3666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36301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Configuration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401421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Python script arguments didn't pass correctly through the Task Scheduler UI.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60120" y="437997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Learned: Program = path to python.exe, Arguments = script path + --scan flag, Start In = project folder (required to find baseline.json). All three fields must be set correctly.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Learning Outcomes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Dahiya | CDFE Internship | Unified Mentor |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51960" cy="65836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777240"/>
            <a:ext cx="4572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86968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5528" y="8321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Windows registry structure — HKLM, HKCU, hives, value types, and key categories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90872" y="777240"/>
            <a:ext cx="4251960" cy="65836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690872" y="777240"/>
            <a:ext cx="4572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88696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8321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 how malware persists via Run key modifications in real time on a live machine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28600" y="1554480"/>
            <a:ext cx="4251960" cy="65836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228600" y="1554480"/>
            <a:ext cx="4572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64208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5528" y="160934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SHA-256 integrity hashing the same way forensic tools hash disk images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690872" y="1554480"/>
            <a:ext cx="4251960" cy="65836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4690872" y="1554480"/>
            <a:ext cx="4572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312" y="166420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57800" y="160934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risk scoring engine from scratch — tuned detection weights per change type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228600" y="2331720"/>
            <a:ext cx="4251960" cy="65836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228600" y="2331720"/>
            <a:ext cx="4572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2441448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5528" y="238658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 Python scripting using the winreg module for registry access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690872" y="2331720"/>
            <a:ext cx="4251960" cy="65836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4690872" y="2331720"/>
            <a:ext cx="4572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2312" y="2441448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257800" y="238658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Windows privilege architecture — why HKLM writes require Administrator elevation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228600" y="3108960"/>
            <a:ext cx="4251960" cy="65836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5"/>
          <p:cNvSpPr/>
          <p:nvPr/>
        </p:nvSpPr>
        <p:spPr>
          <a:xfrm>
            <a:off x="228600" y="3108960"/>
            <a:ext cx="4572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" y="3218688"/>
            <a:ext cx="384048" cy="38404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95528" y="316382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Windows Task Scheduler for automated security monitoring at startup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4690872" y="3108960"/>
            <a:ext cx="4251960" cy="65836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28"/>
          <p:cNvSpPr/>
          <p:nvPr/>
        </p:nvSpPr>
        <p:spPr>
          <a:xfrm>
            <a:off x="4690872" y="3108960"/>
            <a:ext cx="4572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2312" y="3218688"/>
            <a:ext cx="384048" cy="38404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257800" y="316382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detections to MITRE ATT&amp;CK techniques — T1547.001, T1562.001/004, T1548.002, T1070</a:t>
            </a:r>
            <a:endParaRPr lang="en-US" sz="950" dirty="0"/>
          </a:p>
        </p:txBody>
      </p:sp>
      <p:sp>
        <p:nvSpPr>
          <p:cNvPr id="40" name="Shape 30"/>
          <p:cNvSpPr/>
          <p:nvPr/>
        </p:nvSpPr>
        <p:spPr>
          <a:xfrm>
            <a:off x="228600" y="3886200"/>
            <a:ext cx="4251960" cy="65836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1"/>
          <p:cNvSpPr/>
          <p:nvPr/>
        </p:nvSpPr>
        <p:spPr>
          <a:xfrm>
            <a:off x="228600" y="3886200"/>
            <a:ext cx="4572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995928"/>
            <a:ext cx="384048" cy="38404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95528" y="394106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structured forensic reports usable in a real DFIR investigation context</a:t>
            </a:r>
            <a:endParaRPr lang="en-US" sz="950" dirty="0"/>
          </a:p>
        </p:txBody>
      </p:sp>
      <p:sp>
        <p:nvSpPr>
          <p:cNvPr id="44" name="Shape 33"/>
          <p:cNvSpPr/>
          <p:nvPr/>
        </p:nvSpPr>
        <p:spPr>
          <a:xfrm>
            <a:off x="4690872" y="3886200"/>
            <a:ext cx="4251960" cy="65836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34"/>
          <p:cNvSpPr/>
          <p:nvPr/>
        </p:nvSpPr>
        <p:spPr>
          <a:xfrm>
            <a:off x="4690872" y="3886200"/>
            <a:ext cx="4572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82312" y="3995928"/>
            <a:ext cx="384048" cy="38404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5257800" y="394106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pattern-based and score-based detection — two independent alert layers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8595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built and validated a complete Windows Registry Change Monitoring System that meets all Unified Mentor project requirements. The tool was tested on a real Windows machine with 6 controlled test cases covering every detection type — from autorun persistence to CRITICAL defense evasion techniques.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773936"/>
            <a:ext cx="5029200" cy="29260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77393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autorun keys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0" y="17739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084832"/>
            <a:ext cx="5029200" cy="292608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2084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malware-like changes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0" y="20848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395728"/>
            <a:ext cx="5029200" cy="29260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23957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integrity checker (SHA-256)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0" y="23957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5029200" cy="292608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270662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&amp; scheduled alerts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0" y="27066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5029200" cy="29260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30175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forensic report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30175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0" y="1773936"/>
            <a:ext cx="1600200" cy="777240"/>
          </a:xfrm>
          <a:prstGeom prst="rect">
            <a:avLst/>
          </a:prstGeom>
          <a:solidFill>
            <a:srgbClr val="1A2F45"/>
          </a:solidFill>
          <a:ln/>
          <a:effectLst>
            <a:outerShdw blurRad="63500" dist="127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0" y="181965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8640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23760" y="1773936"/>
            <a:ext cx="1600200" cy="777240"/>
          </a:xfrm>
          <a:prstGeom prst="rect">
            <a:avLst/>
          </a:prstGeom>
          <a:solidFill>
            <a:srgbClr val="1A2F45"/>
          </a:solidFill>
          <a:ln/>
          <a:effectLst>
            <a:outerShdw blurRad="63500" dist="127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223760" y="181965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22376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Key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Monitored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0" y="2688336"/>
            <a:ext cx="1600200" cy="777240"/>
          </a:xfrm>
          <a:prstGeom prst="rect">
            <a:avLst/>
          </a:prstGeom>
          <a:solidFill>
            <a:srgbClr val="1A2F45"/>
          </a:solidFill>
          <a:ln/>
          <a:effectLst>
            <a:outerShdw blurRad="63500" dist="127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486400" y="273405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486400" y="3108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Covered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223760" y="2688336"/>
            <a:ext cx="1600200" cy="777240"/>
          </a:xfrm>
          <a:prstGeom prst="rect">
            <a:avLst/>
          </a:prstGeom>
          <a:solidFill>
            <a:srgbClr val="1A2F45"/>
          </a:solidFill>
          <a:ln/>
          <a:effectLst>
            <a:outerShdw blurRad="63500" dist="127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223760" y="273405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223760" y="3108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" y="3899877"/>
            <a:ext cx="8595360" cy="672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moment the tool detected my fake malware entry and showed HIGH RISK,I realized I was not just following instructions anymore — I was doing what a real DFIR analyst does.“ This tool demonstrates how registry monitoring can support DFIR investigations and early detection of malware persistence.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Sumit Dahiya, CDFE Internship, Unified Mentor,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1892</Words>
  <Application>Microsoft Office PowerPoint</Application>
  <PresentationFormat>On-screen Show (16:9)</PresentationFormat>
  <Paragraphs>343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Registry Change Monitoring System</dc:title>
  <dc:subject>PptxGenJS Presentation</dc:subject>
  <dc:creator>Sumit Dahiya</dc:creator>
  <cp:lastModifiedBy>sumit dahiya</cp:lastModifiedBy>
  <cp:revision>2</cp:revision>
  <dcterms:created xsi:type="dcterms:W3CDTF">2026-03-15T20:17:03Z</dcterms:created>
  <dcterms:modified xsi:type="dcterms:W3CDTF">2026-03-16T18:07:37Z</dcterms:modified>
</cp:coreProperties>
</file>